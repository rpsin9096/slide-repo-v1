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SEMINARIO INTEGRADOR ·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Caso 09: dolor abdominal y lesión pancreática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5.º Semestre · Sección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EQUIPO Y RESPONSABILIDADES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Una defensa común, cuatro tramos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Apertura, historia y juicio diagnóstico · diapositivas 1–4 · [Nombre y apellido]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Etiopatogenia y respuesta celular · diapositivas 5–8 · [Nombre y apellido]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Morfología e imagen · diapositivas 9–13 · [Nombre y apellido]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Soporte, prevención, seguimiento y fuentes · diapositivas 14–18 · [Nombre y apellido]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SUSTENTACIÓN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Equipo completo: banco común de respuestas; confirmar vocería y cronómetro.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Completar nombres y validar el reparto con el cronograma docente.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INGRESO Y SECUENCIA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dolor ordena la anamnesis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Datos individualizados pendientes: la ficha clínica, la planificación y el PPTX original no venían en el archivo recibido.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Inicio, sitio, carácter, intensidad y duración del dolor.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Irradiación dorsal, postura, ingesta, náuseas y vómitos.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Antecedentes biliares, fármacos, alcohol y comorbilidad.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Signos vitales, examen abdominal, laboratorio e imagen.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Completar edad, sexo, motivo, cronología y antecedentes; registrar hallazgos verificables antes de interpretarlos.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Transcripción pendiente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Dato no consignado no equivale a signo ausente. Anotar valores, unidades, hora y fuente de cada hallazgo.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Sustituir los campos pendientes con el Caso 09 antes de la defensa.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DECISIÓN EN URGENCIAS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Dos de tres criterios sostienen el diagnóstico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ATLANTA · DIAGNÓSTICO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≥2/3: dolor típico; lipasa o amilasa ≥3× LSN; imagen característica.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GRAVEDAD CLÍNICA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Leve: sin fallo orgánico ni complicaciones. Moderada: fallo transitorio ≤48 h o complicación; grave: fallo persistente &gt;48 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DIFERENCIALES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Colecistitis/colangitis; perforación péptica; isquemia mesentérica; obstrucción; infarto inferior.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VERIFICACIÓN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Etiología biliar requiere evidencia. Solicitar ecografía inicial; no usar TC precoz para graduar gravedad.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Documentar en la ficha cuáles criterios están presentes y cuáles aún faltan.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OBSTRUCCIÓN Y ETIOLOGÍA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teoría de Opie vincula obstrucción y lesión acinar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Migración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litiasis vesicular alcanza el colédoco distal.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Impactación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obstrucción ampular transitoria dificulta el drenaje pancreático.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Estasis o reflujo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presión ductal y el posible reflujo biliar contribuyen al estrés acinar; la anatomía varía.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Lesión pancreática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lesión activa enzimas e inflamación local; confirmar la etiología con los datos del caso.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migración e impactación transitoria de un cálculo puede obstruir la ampolla y elevar la presión ductal. El reflujo biliar se propone en la anatomía de canal común; no es un mecanismo demostrado en todos los casos.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Opie describe una hipótesis histórica; correlacionar con ecografía, perfil hepático y evolución.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UMBRAL DE DAÑO CELULAR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tumefacción puede revertir; la ruptura de membrana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LESIÓN 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Edema hidrópico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Falla Na⁺/K⁺-ATPasa → retención de Na⁺ y agua.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célula se hincha; la membrana conserva integridad.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Restablecer energía y perfusión puede devolver homeostasis.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LESIÓN IRREVERSIBLE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Sobrecarga de Ca²⁺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Ca²⁺ citosólico sostenido abre el poro mitocondrial de transición.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Cae el ATP; aumentan disfunción de membranas y estrés celular.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ruptura de membranas favorece necrosis y libera señales de daño.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progresión integra lesión mitocondrial, activación enzimática y respuesta inflamatoria.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LESIÓN ACINAR Y MEDIADORES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activación precoz amplifica el daño local y sistémico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Estímulo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Ca²⁺ sostenido, estrés del retículo y tráfico acinar alterado.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Colocalización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Lisosoma y gránulo de zimógeno coinciden; catepsina B contacta tripsinógeno.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Proteasas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tripsina activa otras proenzimas; elastasa y lipasa amplían la lesión.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Mediadores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Histamina actúa rápido; TNF-α, IL-1/IL-6 y eicosanoides amplifican inflamación.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catepsina B puede activar tripsinógeno dentro de compartimentos colocalizados. La señal inflamatoria avanza en paralelo: citocinas, histamina y eicosanoides reclutan células y aumentan permeabilidad; la tripsina no explica por sí sola la respuesta sistémica.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Histamina: vasoactiva · citocinas: respuesta sistémica · prostaglandinas/leucotrienos: eicosanoides.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TRADUCCIÓN AL EXAMEN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plexo explica la irradiación; los signos cutáneos no descartan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DOLOR VISCERAL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Aferencias por plexo celíaco/esplácnicos con entrada torácica T5–T9; la convergencia puede referir dolor al dorso.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CELSO / GALENO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Tétrada: rubor, calor, tumor, dolor. Péntada: añade functio laesa (pérdida de función).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ÍLEO PARALÍTICO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Inflamación retroperitoneal → reflejo inhibidor; simpático reduce motilidad y parasimpático la facilita. Mecanismo multifactorial.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CULLEN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Equimosis periumbilical, infrecuente y tardía; su ausencia no excluye pancreatitis hemorrágica.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GREY TURNER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Equimosis de flancos, infrecuente y tardía; su ausencia no excluye sangrado retroperitoneal.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Estos signos no integran Atlanta ni estiman por sí solos la gravedad; consignar el momento del examen.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PIEZA MACROSCÓPICA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saponificación dibuja gotas cerosas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Pieza MACRO oficial | páncreas con esteatonecrosis en gotas de cera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La lipasa libera ácidos grasos; con Ca²⁺ forman jabones insolubles visibles como focos blancos cerosos.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Reemplazar el marcador por la fotografía macroscópica original; no usar ilustración generada.  •  Crédito: PPTX original Caso Clínico 09; imagen oficial ausente en el material recibido.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MICROFOTOGRAFÍA OFICIAL H&amp;E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calcio marca los adipocitos lesionados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Microfotografía H&amp;E oficial | saponificación pancreática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H&amp;E: adipocitos necróticos y depósitos basófilos de calcio; correlacionar con acinos y vasos.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Reemplazar por la microfotografía H&amp;E original; conservar aumento, tinción y crédito docente.  •  Crédito: PPTX original Caso Clínico 09; imagen oficial ausente en el material recibido.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MORFOLÓGICA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Edema intersticial y necrosis no son el mismo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INTERSTICIAL EDEMATOSA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Realce conservado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Edema intersticial y aumento de tamaño glandular.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Inflamación aguda con parénquima viable y realce conservado.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morfología no sustituye la evaluación clínica del fallo orgánico.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NECROHEMORRÁGICA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Daño parenquimatoso y vascular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Puede haber necrosis acinar, hemorragia y saponificación peripancreática.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Elastasa degrada pared vascular y puede favorecer hemorragia.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TC contrastada muestra áreas sin realce si se realiza a tiempo.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morfología (intersticial o necrotizante) y la gravedad clínica se informan por separado.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SELECCIÓN DE ESTUDIO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Cada ventana responde una pregunta distinta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Radiografía simple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Considerar ante neumoperitoneo o íleo; no confirma pancreatitis.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LITIASIS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Ecografía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Busca cálculos, barro, dilatación biliar y colecciones accesibles.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PARÉNQUIMA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TC contrastada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Evalúa perfusión, necrosis y complicaciones; la TC precoz puede subestimarlas.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BALTAZAR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Índice tomográfico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Grado A–E (0–4) + necrosis (0/2/4/6) = 0–10; no sustituye Atlanta.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TC con contraste no se indica de rutina al ingreso. Reservarla para incertidumbre, deterioro o falta de mejoría; para valorar necrosis, esperar al menos 48–72 h y, a menudo, 72–96 h desde el inicio, según evolución.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CTSI = grado A–E (0–4) + necrosis (0; &lt;30%=2; 30–50%=4; &gt;50%=6) = 0–10. No sustituye Atlanta.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SEMIÓTICA ECOGRÁFICA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ecografía distingue cálculos de imitadores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407"/>
                <a:gridCol w="4761781"/>
                <a:gridCol w="3726611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Contenido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posterior: favorece litiasis.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de bajo nivel,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sombra; diferenciar de pólipo.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sombra posterior; correlacionar con pared y Doppler.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Ayuno de 6–8 h; registrar cortes longitudinal (sagital) y transversal (axial), posición y sombra acústica.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nomenclatura de planos varía entre protocolos; documentar orientación y decúbito.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SOPORTE AGUDO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Tratar la fisiología, no perseguir profilaxis antibiótica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Ringer lactato frente a salina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Preferir cristaloide isotónico balanceado; reanimación moderada, guiada por perfusión, diuresis y sobrecarga.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Acidosis y activación enzimática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carga alta de Cl⁻ puede causar acidosis hiperclorémica; el efecto del pH sobre zimógenos es experimental, no causalidad clínica probada.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Analgesia titulada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Morfina no está contraindicada por espasmo de Oddi; vigilar sedación, función renal e íleo.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Antimicrobianos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No indicar profilaxis en pancreatitis ni necrosis estéril; tratar infección documentada o clínicamente sospechada.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Nutrición y CPRE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Alimentación oral temprana si se tolera. CPRE ante colangitis u obstrucción persistente, no de rutina sin colangitis.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ACG 2024: hidratación moderada individualizada, analgesia, nutrición temprana y antibióticos solo ante infección.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DE NUEVA LESIÓN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colecistectomía oportuna cierra el ciclo causal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17% / 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Evento biliar compuesto: cirugía diferida frente a la misma hospitalización (PONCHO; 6 meses)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41732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92040" y="141732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2704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Atención primaria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Investigar cólico biliar recurrente, litiasis o barro; solicitar ecografía ante sospecha y coordinar derivación.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98704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98704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09676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leve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Si es de origen biliar y el paciente es apto, colecistectomía laparoscópica en el mismo ingreso, antes del alta.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455676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455676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66648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Evitar la cifra no validada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No afirmar 30% en 3 meses sin fuente primaria. PONCHO informó 17% vs 5% de eventos compuestos con estrategia diferida vs misma admisión.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Necrosis, colecciones o gravedad mayor: individualizar y diferir la cirugía hasta estabilidad clínica.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SALIDA Y 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seguimiento busca síntomas persistentes, no una imagen automática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940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92833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02561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874519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1874519"/>
            <a:ext cx="232029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011679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Alta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Recuperación inicial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Confirmar analgesia, tolerancia oral, control clínico y plan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401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171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46170" y="3886200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46170" y="3886200"/>
            <a:ext cx="232029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3330" y="4023360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Revisión dirigida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Valorar dolor, fiebre, saciedad precoz e intolerancia oral persistentes.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862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91781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40780" y="1874519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1874519"/>
            <a:ext cx="232029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2011679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&gt;4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Colección encapsulada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Pseudoquiste tras pancreatitis intersticial; necrosis encapsulada si hay detritos.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1323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86391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35390" y="3886200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5390" y="3886200"/>
            <a:ext cx="232029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2550" y="4023360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Signos de alarma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Reevaluar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Fiebre, ictericia, dolor o vómitos persistentes exigen nueva valoración.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Control a 4–6 semanas si hay síntomas o complicaciones; no indicar TC rutinaria en asintomáticos recuperados.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FUENTES · DIAGNÓSTICO, MECANISMOS Y MANEJO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que sustentan el diagnóstico y el manejo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Gut. 2013;62:102–111. doi:10.1136/gutjnl-2012-302779.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 J Gastroenterol. 2024;119:419–437. doi:10.14309/ajg.0000000000002645.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Saluja A, et al. Gastroenterology. 2019;156:1979–1993. doi:10.1053/j.gastro.2019.01.268.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de-Madaria E, et al. N Engl J Med. 2022;387:989–1000. doi:10.1056/NEJMoa2202884.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Lancet. 2015;386:1261–1268. doi:10.1016/S0140-6736(15)00274-3.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Expert Panel GI Imaging, et al. J Am Coll Radiol. 2019;16:S316–S330. doi:10.1016/j.jacr.2019.05.017.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Citas completas y correspondencia con los contenidos: ver guion maestro.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FUENTES · ANATOMÍA, MORFOLOGÍA 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que sostienen la anatomía y la morfología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63040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31442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3144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Balthazar EJ, et al. Radiology. 1990;174:331–336.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238756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407158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07158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30196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Kumar V, Abbas AK, Aster JC. Robbins &amp; Cotran. 10.ª ed. Elsevier; 2020.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14472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182874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87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05912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Murphy MC, et al. Insights Imaging. 2020;11:13.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90187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395859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8590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881627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Wright WF. J Am Osteopath Assoc. 2016;116:398–401.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65904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734306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3430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657344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Thompson DR. Am J Gastroenterol. 2001;96:1266–1272.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41620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5510022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1002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433060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Moore KL, Dalley AF, Agur AMR. Clinically Oriented Anatomy. 9.ª ed. 2023.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DOI completos y créditos institucionales: ver guion maestro; añadir la planificación y el PPTX al recibirlos.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