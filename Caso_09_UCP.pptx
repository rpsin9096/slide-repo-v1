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Caso Clínico 09: pancreatitis aguda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 · CENTRO TECNOLÓGICO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EQUIPO EXPOSITOR · GRUPO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Grupo 5 · integrantes y competencias para el Caso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01 · INTRODUCCIÓN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Anielle Santos — Introducción y encuadre. Expositor/a: [por definir].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Raul de Oliveira — Historia clínica y presentación del caso. Expositor/a: [por definir].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02 · DIAGNÓSTICO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Gabrielly Frois — Diagnóstico anatomoclínico. Expositor/a: [por definir].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Caroline Brunete — Fisiopatología y activación acinar. Expositor/a: [por definir].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03 · CLÍNICA Y MACRO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Douglas do Amaral — Semiología y manifestaciones. Expositor/a: [por definir].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Robinson dos Santos — Correlación macroscópica. Expositor/a: [por definir].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04 · H&amp;E E IMAGEN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Breno Moura — H&amp;E y patrones morfológicos. Expositor/a: [por definir].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Nathalia Borges — Imagenología y ecografía biliar. Expositor/a: [por definir].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05 · MANEJO Y CIERRE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Mikaella Urgniani — Tratamiento inicial y farmacología. Expositor/a: [por definir].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Liara Fenili — APS, PONCHO, prevención y cierre. Expositor/a: [por definir].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HISTORIA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Historia clínica: mujer de 38 años con dolor abdominal agudo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9948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3372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3100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Antecedente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Litiasis biliar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Mujer de 38 años; litiasis/enfermedad vesicular de larga evolución.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45636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27248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27248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Inicio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Dolor abdominal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Súbito, intenso y en abdomen medio.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02936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02936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Examen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Hipersensibilidad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Marcada en abdomen superior; ruidos intestinales reducidos.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012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0164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78624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78624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Rx / TC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Edema marcado de tejidos blandos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Rx sin aire libre; TC: menor atenuación, densidad líquida pancreática.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2700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5852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54312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54312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Manejo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Lipasa elevada; recuperación gradual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Recibió líquidos IV y sonda nasogástrica.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ANATOMOCLÍNICO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Diagnóstico anatomoclínico del Caso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Pancreatitis aguda edematosa intersticial de origen biliar.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historia litiásica prolongada, el dolor agudo, la lipasa elevada, la TC pancreática y la esteatonecrosis macro con adipocitos anucleados en H&amp;E convergen en el diagnóstico.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 y enzimas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Dolor abdominal medio, súbito e intenso, con hipersensibilidad superior y lipasa sérica elevada.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9016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1896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TC describe menor atenuación y densidad líquida en el páncreas.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3672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3672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551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Pieza: esteatonecrosis en gotas de vela; H&amp;E: adipocitos anucleados.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MECANISMO ETIOLÓGICO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litiasis biliar puede iniciar la lesión acinar pancreática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ANTECEDENTE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Enfermedad vesicular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El Caso 09 presenta antecedentes litiásicos de larga data.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OBSTRUCCIÓN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Impactación distal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Un cálculo ampular puede elevar presión ductal e impedir el drenaje.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ACINO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Activación enzimática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Ca²⁺ sostenido y colocalización lisosoma-zimógeno acercan catepsina B y tripsinógeno; se activa tripsina.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INFLAMACIÓN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Daño local y sistémico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Tripsina, lipasa y elastasa lesionan tejido; histamina y citocinas amplifican la respuesta.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hipótesis de Opie propone obstrucción ampular y posible reflujo biliar en ciertas anatomías; el reflujo no es un requisito universal.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TNF-α e IL-1/IL-6 son citocinas; la elastasa puede dañar vasos y la lipasa favorece necrosis grasa.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MANIFESTACIONES Y EXAMEN FÍSICO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hallazgos orientan; los signos clásicos no descartan el cuadro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279039" y="2788920"/>
            <a:ext cx="1904736" cy="563948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79039" y="4053771"/>
            <a:ext cx="1904736" cy="56394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007005" y="4053771"/>
            <a:ext cx="1904735" cy="56394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07005" y="2788920"/>
            <a:ext cx="1904735" cy="563948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Manifestaciones clínicas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Dolor visceral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Plexo celíaco/esplácnicos; posible referencia dorsal (T5–T9).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775" y="23088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7935" y="23820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Hallazgos del caso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Hipersensibilidad superior y ruidos intestinales reducidos.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0775" y="41376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7935" y="42108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Íleo reflejo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Ruidos reducidos pueden reflejar respuesta simpática; no confirman íleo.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Celso / Galeno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Rubor, calor, tumor y dolor; Galeno añade pérdida de función.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64005" y="41376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1165" y="42108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Cullen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Signo hemorrágico tardío e infrecuente; raro en la forma edematosa.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64005" y="23088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1165" y="23820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Grey Turner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Signo hemorrágico tardío e infrecuente; raro en la forma edematosa.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Cullen y Grey Turner son signos hemorrágicos tardíos e infrecuentes [9].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MACROSCÓPICA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pieza muestra esteatonecrosis en gotas de vela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Imagen macro oficial del Caso Clínico 09 · gotas de vela en grasa pancreática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Focos blanquecinos de esteatonecrosis y saponificación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Caso Clínico 09.pptx, diapositiva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MICROSCÓPICA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microfotografía H&amp;E muestra adipocitos anucleados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Imagen H&amp;E oficial del Caso Clínico 09 · adipocitos anucleados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anucleados («células fantasma»), compatibles con esteatonecrosis 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Caso Clínico 09.pptx, diapositiva 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PATRONES MORFOLÓGICOS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forma edematosa intersticial y la necrotizante tienen patrones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EDEMATOSA INTERSTICIAL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Patrón del Caso 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Edema intersticial con parénquima pancreático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esteatonecrosis peripancreática puede verse como focos en gotas de vela.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Cullen/Grey Turner: signos hemorrágicos infrecuentes en la forma edematosa; su no descripción no prueba examen negativo.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NECROTIZANTE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Necrosis del páncreas o tejidos vecinos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En TC contrastada oportuna puede verse tejido sin realce.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elastasa puede dañar la pared vascular y favorecer hemorragia.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necrosis grasa y la necrosis del parénquima son hallazgos distintos.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morfología pancreática no reemplaza la clasificación clínica de gravedad de Atlanta.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SELECCIÓN DE ESTUDIOS DE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Elegir el estudio de imagen según la pregunta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19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19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" y="2439161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417319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490471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Radiografía simple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Ante sospecha de aire libre; en el caso no se observó, aunque se describió edema de tejidos blandos.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85465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5465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607308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54480" y="2585465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658618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biliar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Buscar cálculos y dilatación de la vía biliar.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753611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53611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775454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753611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826763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TC con contraste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Valorar parénquima y complicaciones ante incertidumbre o deterioro; no es rutinaria al ingreso.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921758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21758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921758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4994910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CTSI de Balthazar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CTSI: grado A–E (0–4) + necrosis (0 % = 0; &lt;30 % = 2; 30–50 % = 4; &gt;50 % = 6) = 0–10; complementa Atlanta.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TC selectiva; necrosis más visible a 48–72 h. &gt;4 sem: pseudoquiste sin detritos; necrosis encapsulada con detritos [1,2].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ECOGRAFÍA DE LA VESÍCULA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Cálculo, barro y pólipo se diferencian por movilidad y sombra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407"/>
                <a:gridCol w="4761781"/>
                <a:gridCol w="3726611"/>
              </a:tblGrid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6–8 h; documentar planos longitudinal y transversal, posición y sombra acústica.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 DURANTE EL EPISODIO AGUDO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Lactato, dipirona y tramadol en el soporte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Hidratación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Caso 09: líquidos IV; solución/volumen no consignados. Pauta de cátedra: Ringer Lactato y reevaluación de perfusión/sobrecarga.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Racional del cristaloide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Menor carga de cloruro limita acidosis hiperclorémica; la relación entre pH bajo y activación de tripsina es mecanística.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Analgesia según cátedra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IV como base y tramadol de rescate. Se conserva la precaución clásica por posible espasmo del esfínter de Oddi con morfina.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Antibióticos y nutrición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No usar profilaxis en necrosis estéril; iniciar alimentación oral/enteral según tolerancia.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Sonda y CPRE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sonda nasogástrica consta en el caso; CPRE ante colangitis u obstrucción biliar persistente.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 Y 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PONCHO: colecistectomía en el ingreso para pancreatitis biliar leve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10972800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Ensayo PONCHO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1499616"/>
            <a:ext cx="1371600" cy="347472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1499616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83664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E0E4FF"/>
                </a:solidFill>
                <a:latin typeface="Montserrat"/>
              </a:rPr>
              <a:t>ENSAYO MULTICÉNTRICO ALEATORIZADO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42316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23160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Pacientes aptos con pancreatitis biliar leve.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310128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10128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durante la hospitalización inicial.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97096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9709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197096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diferida tras el alta.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084064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840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84064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Reingreso por complicaciones biliares o muerte a seis meses.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423160"/>
            <a:ext cx="4114800" cy="155448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257860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17 % /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456432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FFFFFF"/>
                </a:solidFill>
                <a:latin typeface="Montserrat"/>
              </a:rPr>
              <a:t>Cirugía diferida vs durante el mismo ingreso; desenlace compuesto.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4160520"/>
            <a:ext cx="41148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4160520"/>
            <a:ext cx="54864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4297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B91C1C"/>
                </a:solidFill>
                <a:latin typeface="Montserrat"/>
              </a:rPr>
              <a:t>LIMITACIÓN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57200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Resultados aplicables a pancreatitis biliar leve; no extrapolar a necrosis/colecciones ni a un curso cuya gravedad no se ha clasificado.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03504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derivar; colecistectomía en ingreso si forma biliar leve; diferir ante necrosis/colecciones. Control a 4–6 sem.  •  Crédito: da Costa DW, et al. Lancet. 2015;386:1261–1268. doi:10.1016/S0140-6736(15)00274-3.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FUENTES COMPLEMENTARIAS SELECCIONADAS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para diagnóstico, mecanismos y manejo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Gut. 2013;62:102–111. doi:10.1136/gutjnl-2012-302779.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 J Gastroenterol. 2024;119:419–437. doi:10.14309/ajg.0000000000002645.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Saluja A, et al. Gastroenterology. 2019;156:1979–1993. doi:10.1053/j.gastro.2019.01.268.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Lancet. 2015;386:1261–1268. doi:10.1016/S0140-6736(15)00274-3.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Moore KL, Dalley AF, Agur AMR. Clinically Oriented Anatomy. 9th ed. Wolters Kluwer; 2023.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Balthazar EJ, et al. Radiology. 1990;174:331–336. doi:10.1148/radiology.174.2.2296641.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&amp; Cotran. 10th ed. Elsevier; 2020.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Murphy MC, et al. Insights Imaging. 2020;11:13. doi:10.1186/s13244-019-0825-4.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9.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Wright WF. J Am Osteopath Assoc. 2016;116:398–401. doi:10.7556/jaoa.2016.081.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Thompson DR. Am J Gastroenterol. 2001;96:1266–1272. doi:10.1111/j.1572-0241.2001.03536.x.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