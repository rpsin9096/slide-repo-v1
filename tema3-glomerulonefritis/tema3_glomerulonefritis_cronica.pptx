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ANATOMÍA PATOLÓGICA · TEMA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Glomerulonefritis crónica terminal: del daño inmunológico al riñón contraído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Discusión anatomoclínica, correlación fisiopatológica e integración histopatológica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Grupo 3 · Pregrado Médico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CASO CLÍNICO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Varón de 52 años con síndrome urémico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98347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VIÑETA CLÍNICA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498347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50" b="0" i="0">
                <a:solidFill>
                  <a:srgbClr val="FFFFFF"/>
                </a:solidFill>
                <a:latin typeface="Montserrat"/>
              </a:rPr>
              <a:t>Varón de 52 años, albañil, con cefalea persistente, fatiga incapacitante y edema progresivo en miembros inferiores. Ocho meses de astenia, náuseas matutinas, nicturia (3-4 por noche) y edema maleolar bilateral con prurito.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3520440"/>
            <a:ext cx="5349240" cy="2423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98347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HALLAZGOS CLÍNICOS &amp; PRUEBAS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Hematuria macroscópica post-faringitis a los 26 años, sin estudio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HTA desde los 47 años; la sobrecarga presora aceleró el colapso hemodinámico.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• No fumador ni antecedentes quirúrgicos previos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417320"/>
            <a:ext cx="5394960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A2728"/>
                </a:solidFill>
                <a:latin typeface="Montserrat"/>
              </a:rPr>
              <a:t>JUICIO DIAGNÓSTICO &amp; RAZONAMIENTO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El dato pivote es la hematuria juvenil post-faringitis, nunca biopsiada ni tratada: una glomerulopatía primaria no estudiada. La hipertensión secundaria aceleró el deterioro hasta la consulta en fase de falla orgánica descompensada.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520440"/>
            <a:ext cx="5394960" cy="105156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611880"/>
            <a:ext cx="4937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91C1C"/>
                </a:solidFill>
                <a:latin typeface="Montserrat"/>
              </a:rPr>
              <a:t>DIAGNÓSTICO DEFINITIVO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Síndrome urémico en ERC estadio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09160"/>
            <a:ext cx="5394960" cy="1234440"/>
          </a:xfrm>
          <a:prstGeom prst="roundRect">
            <a:avLst>
              <a:gd name="adj" fmla="val 4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800600"/>
            <a:ext cx="4937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Montserrat"/>
              </a:rPr>
              <a:t>PERLA CLÍNICA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FFFFFF"/>
                </a:solidFill>
                <a:latin typeface="Montserrat"/>
              </a:rPr>
              <a:t>La hematuria post-faringitis recurrente amerita biopsia renal: el diagnóstico precoz habría evitado la fibrosis irreversible.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Evolución de 8 meses con pérdida de 4 kg y anorexia marcada.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FUNCIÓN RENAL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complementarios: uremia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TFGe 11 mL/min/1,73 m²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ERC estadio 5 (terminal): urea 142 mg/dL y creatinina 5,8 mg/dL.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Anemia normocítica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Hemoglobina 8,9 g/dL por déficit de eritropoyetina; calcio 7,8 y fósforo 6,4 mg/dL.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Sedimento de orina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Proteinuria 1,8 g/24 h con cilindros céreos anchos y hematíes dismórficos.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bilateral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Riñones simétricos de 7,5-7,8 cm, hiperecogénicos, con corteza &lt; 3 mm.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8664" y="2571542"/>
            <a:ext cx="4005072" cy="221783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c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08118"/>
            <a:ext cx="3931920" cy="214468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Nefrectomía bilateral previa al trasplante; la pieza se envía a estudio histopatológico.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MACROSCÓPICO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riñón contraído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20651" y="1380744"/>
            <a:ext cx="5720217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cro_rinon_contraido_we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227" y="1417320"/>
            <a:ext cx="5647065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Superficie cortical finamente granular con regla métrica: la morfología macro del riñón contraído terminal.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Caso: 7,8 cm y 70 g frente a valores normales (12 cm y 120-150 g) — reducción simétrica que confirma la lesión crónica terminal.  •  Crédito: Wikimedia Commons — Gross pathology of nephrosclerosis (upload.wikimedia.org)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MICROSCÓPICO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Esclerosis, atrofia y fibrosis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45498" y="1380744"/>
            <a:ext cx="8070523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_rinon_web_ano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074" y="1417320"/>
            <a:ext cx="7997371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Micrografía anotada: esclerosis glomerular global, fibrosis intersticial y atrofia tubular.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Tinciones H&amp;E, PAS y tricrómico de Masson · &gt; 85% de glomérulos con esclerosis global.  •  Crédito: PathologyOutlines (pathologyoutlines.com) + anotación gráfica del Grupo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Hiperfiltración de Brenner: vía final común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Injuria inmunológica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Los depósitos inmunes de la juventud destruyen nefronas; la inflamación primaria cede sin control etiológico.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Sobrecarga adaptativa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Las nefronas residuales hipertrofian y dilatan la arteriola aferente para sostener la filtración global.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Barotrauma glomerular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hipertensión intraglomerular crónica daña podocitos y endotelio por estrés mecánico sostenido.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Fibrosis terminal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TGF-β y endotelina-1 inducen matriz colágena descontrolada; la isquemia posglomerular atrofia los túbulos.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glomerulonefritis crónica es el punto terminal convergente de glomerulopatías primarias no resueltas: la pérdida crítica de masa nefronal desencadena hiperfiltración compensatoria, hipertensión intraglomerular y fibrosis irreversible.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Modelo de Brenner de progresión renal · &gt; 85% de obsolescencia glomerular en la pieza.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CLÍNICO-PATOLÓGICA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sustrato tisular a la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HISTOPATOLOGÍA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Sustrato tisular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Obsolescencia glomerular global: &gt; 85% de penachos en esferas hialinas acelulares.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Fibrosis intersticial masiva con pérdida de células productoras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arteriolosclerosis hialina estrecha la luz vascular; determina isquemia posglomerular y liberación desregulada de renina.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Atrofia tubular con tiroidización y pérdida del gradiente osmótico medular.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MANIFESTACIÓN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Expresión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Retención de urea (142 mg/dL) y creatinina (5,8 mg/dL): náuseas, astenia y prurito.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Anemia normocítica normocrómica Hb 8,9 g/dL por déficit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Eje renina-angiotensina-aldosterona hiperactivado: hipertensión y edemas maleolares.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Isostenuria por pérdida del gradiente medular: nicturia de 3-4 episodios por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Cada línea del informe anatomopatológico explica un rasgo clínico del paciente.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Riñón terminal: cuatro 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2194560"/>
                <a:gridCol w="3349591"/>
                <a:gridCol w="3003082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ENTIDAD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TAMAÑO RENAL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DECISIVO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DATO CLAVE DE LA HISTORIA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Glomerulonefritis crónica (caso)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Pequeños y simétricos (7,8 cm)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Esclerosis glomerular global masiva (&gt; 85%) y superficie finamente granular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Hematuria macroscópica post-faringitis a los 26 años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Nefroesclerosis hipertensiva benigna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Simétricos, menos atróficos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Hialinosis arteriolar concéntrica predominante; esclerosis glomerular secundaria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antecedentes de síndrome nefrítico juvenil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Pielonefritis crónica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Asimétricos con retracciones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Cicatrices corticales en U y cálices deformados (cáliz en clava)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Antecedentes de litiasis o reflujo vesicoureteral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Nefropatía diabética avanzada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Normales o aumentados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Nódulos de Kimmelstiel-Wilson PAS-positivos en el penacho capilar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Diabetes mellitus de larga evolución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atrofia simétrica con esclerosis glomerular global y el antecedente nefrítico juvenil definen el caso.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DEFINITIVO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Glomerulonefritis crónica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710" y="4187952"/>
            <a:ext cx="249935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310" y="4187952"/>
            <a:ext cx="20421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Terapia sustitutiva renal urgente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030" y="4187952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Hemodiálisis trisemanal o diálisis peritoneal inmediata.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6030" y="3246120"/>
            <a:ext cx="499871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4630" y="3246120"/>
            <a:ext cx="4541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Control integral del riesgo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3030" y="3246120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Tensión arterial estricta, quelantes de fósforo y análogos de eritropoyetina.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350" y="2304288"/>
            <a:ext cx="7498079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016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4950" y="2304288"/>
            <a:ext cx="7040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Trasplante renal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3030" y="2304288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Única terapéutica curativa definitiva.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ERC G5 irreversible: &gt; 85% de obsolescencia glomerular contraindica la inmunosupresión e impone terapia de sustitución renal inmediata.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 que este caso enseña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298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5292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Riñón contraído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Riñón pálido, simétrico y finamente granular: 7,8 cm y 70 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855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571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Tríada histológica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Esclerosis global + atrofia con tiroidización + fibrosis colágena.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Hiperfiltración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Pérdida de nefronas, hipertensión intraglomerular y fibrosis por TGF-β.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8623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339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Ventana terapéutica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Tratar la glomerulopatía antes de la fibrosis irreversible.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Diagnóstico precoz: la única estrategia que evita la dependencia de diálisis.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