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Pancreatitis Aguda Edematosa Intersticial de Origen Biliar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Abdomen Agudo Inflamatorio · Actividad Integradora · 5.º Semestre · Sección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ORGANIZACIÓN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Nómina oficial del grupo y distribución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8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414016"/>
                <a:gridCol w="5705856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ROL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DIAPOSITIVAS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CONTENIDO A CARGO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1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3–4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Apertura, anamnesis y diagnóstico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Mecanismos fisiopatológicos y clínica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3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7–9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Correlación macroscópica, histopatológica e imagenológica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Relator 4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10–12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Abordaje terapéutico, prevención y síntesis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Relatoría principal: 10 minutos. Bancada de sustentación (sabatina): 5 minutos.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Sabatina: alumnos 05 a 10 en los frentes de Farmacología, Semiología, Fisiopatología, Imagenología, Medicina Familiar y Patología.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Presentación del caso: historia clínica inmutable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Paciente femenina de 38 años con enfermedad vesicular de larga evolución y cólicos biliares a repetición. Cuadro actual: dolor abdominal súbito, constante y de intensidad severa en epigastrio y mesogastrio.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Hipersensibilidad marcada a la palpación en hemiabdomen superior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Ruidos hidroaéreos marcadamente disminuidos (íleo paralítico reflejo)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Antecedente litiásico, dolor epigástrico súbito y severo, e íleo reflejo orientan a una pancreatitis aguda de origen biliar.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Pancreatitis aguda de origen biliar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La correlación de antecedente litiásico, dolor típico y lipasa elevada cierra la etiología biliar.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ORIENTACIÓN DIAGNÓSTICA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Criterios de Atlanta: cumple 3 de 3 (basta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6255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45516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3687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570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Clínica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Dolor abdominal agudo típico en hemiabdomen superior con irradiación posterior.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23260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515868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97580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296412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Laboratorio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Lipasa sérica &gt; 3 veces el límite superior normal: elevación patológica marcada.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28396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57657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5828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5711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Imagen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TC simple o contrastada con tumefacción glandular e hipodensidad líquida peripancreática.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Dx definitivo: pancreatitis aguda edematosa intersticial litiásica. Diferenciales: úlcera perforada, colecistitis, obstrucción.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ETIOPATOGENIA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Mecanismo oclusivo biliar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34442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307848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Génesis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Migración de microcálculos desde la vesícula biliar a través del conducto cístico.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8432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58640" y="1508760"/>
            <a:ext cx="344424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2323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323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520" y="2039112"/>
            <a:ext cx="307848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Canal común (Opie)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Impactación litiásica transitoria en la ampolla de Vater y el esfínter de Oddi.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4860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22920" y="1508760"/>
            <a:ext cx="344424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8751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2039112"/>
            <a:ext cx="307848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Hipertensión ductal retrógrada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Obstrucción del conducto de Wirsung: estasis de secreción rica en zimógenos e hiperpresión intraductal.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Cascada intracelular e inflamación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Pérdida de compartimentación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Colocalización anómala de gránulos de zimógeno y enzimas lisosomales en el acino.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Activación por catepsina 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Hidrólisis prematura del tripsinógeno en tripsina activa intracelular.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Autodigestión tisular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Fosfolipasa A2 lisa membranas; elastasa degrada fibras elásticas; lipasa digiere triglicéridos retroperitoneales.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502151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3520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Respuesta inflamatoria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TNF-α, IL-1, IL-6 e histamina aumentan la permeabilidad capilar y secuestran líquido en el tercer espacio.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MACROSCOPÍA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Correlación macroscópica: pieza quirúrgica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Macroscopía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Edema pálido pancreático con placas en "gotas de vela" en grasa peripancreática: esteatonecrosis.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Flecha 1: aumento volumétrico y edema pálido. Flecha 2: placas blanquecinas en grasa. Sin necrosis masiva ni hemorragia.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HISTOPATOLOGÍA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 histopatológico (H&amp;E): saponificación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4343400"/>
          </a:xfrm>
          <a:prstGeom prst="roundRect">
            <a:avLst>
              <a:gd name="adj" fmla="val 2000"/>
            </a:avLst>
          </a:prstGeom>
          <a:solidFill>
            <a:srgbClr val="EEF0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442715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50" b="0" i="0">
                <a:solidFill>
                  <a:srgbClr val="606383"/>
                </a:solidFill>
                <a:latin typeface="Montserrat"/>
              </a:rPr>
              <a:t>MARCADOR · Microscopía H&amp;E del Caso Clínico 09 (archivo original pendiente de reinserción)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Adipocitos fantasma con sales cálcicas y neutrófilos en septos: esteatonecrosis aguda.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Fantasmas de adipocitos anucleados con material basófilo amorfo; congestión e infiltrado neutrofílico en septos interlobulillares.  •  Crédito: Fuente: Caso Clínico 09 (UCP), archivo original. Pendiente de reinserción.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IMAGENOLOGÍA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Evaluación por imagen y criterios anatómicos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8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600"/>
                <a:gridCol w="4876799"/>
                <a:gridCol w="3454399"/>
              </a:tblGrid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MÉTODO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O INDICACIÓN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VALOR EN EL CASO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Radiografía simple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gas libre subdiafragmático; edema retroperitoneal y asa centinela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Descarta perforación gastroduodenal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937259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TC contrastada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Indicada a las 72–96 h del inicio; atenuación homogénea y colecciones agudas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Balthazar C/D sin necrosis parenquimatosa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93726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Ecografía abdominal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Imágenes hiperecogénicas móviles con sombra acústica posterior limpia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Identifica litiasis vesicular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TC a las 72–96 h evita subestimar la necrosis: aquí la forma es edematosa.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TRATAMIENTO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Protocolo terapéutico y conducta hospitalaria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Reanimación volémica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Ringer lactato 250–500 mL/h inicial, dirigido por metas (PAM, hematocrito, diuresis &gt; 0,5 mL/kg/h). Menos acidosis hiperclorémica que el SF 0,9 %.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Descompresión gástrica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Sonda nasogástrica ante gastroparesia refractaria, distensión masiva o íleo paralítico.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Manejo del dolor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Dipirona magnésica IV 1–2 g c/6–8 h (base); tramadol IV 50–100 mg c/8 h (rescate). Evitar morfina: induce espasmo del esfínter de Oddi.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109728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10195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Antibioticoterapia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Profilaxis antimicrobiana de rutina prohibida en formas edematosas intersticiales.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PREVENCIÓN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Colecistectomía y seguimiento en atención primaria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Misma internación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Colecistectomía laparoscópica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Al remitir la clínica aguda (PONCHO). Evita la recidiva biliar: 30 % a 90 días sin cirugía.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4–6 semanas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Vigilancia posalta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Control de posible formación de pseudoquistes pancreáticos.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580875"/>
            <a:ext cx="2377440" cy="18481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580875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718035"/>
            <a:ext cx="2103120" cy="1573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APS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Prevención primaria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Ecografía ante litiasis sintomática; control de obesidad, dislipidemia y dietas hipercalóricas.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APS: atención primaria de la salud.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BIBLIOGRAFÍA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Referencias bibliográficas (Vancouver)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UNIVERSIDAD CENTRAL DEL PARAGUAY (UCP) · CARRERA DE MEDICINA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21240" y="1170432"/>
            <a:ext cx="1645920" cy="310896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21240" y="1170432"/>
            <a:ext cx="1645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REFERENCIAS ·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Banks PA, et al. Classification of acute pancreatitis—2012: revision of the Atlanta classification and definitions. Gut. 2013;62(1):102-111.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Tenner S, et al. American College of Gastroenterology Guideline: Management of Acute Pancreatitis. Am J Gastroenterol. 2024;119(3):419-437.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da Costa DW, et al. Same-admission versus delayed cholecystectomy for mild gallstone pancreatitis (PONCHO). Lancet. 2015;386(10000):1261-1268.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Kumar V, Abbas AK, Aster JC. Robbins y Cotran: Patología Estructural y Funcional. 10.ª ed. Elsevier;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715768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715768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Brunton LL, Hilal-Dandan R, Knollmann BC. Goodman &amp; Gilman: Las Bases Farmacológicas de la Terapéutica. 13.ª ed. McGraw-Hill; 2019.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57015"/>
            <a:ext cx="411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CA2728"/>
                </a:solidFill>
                <a:latin typeface="Montserrat"/>
              </a:rP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57015"/>
            <a:ext cx="48920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Argente HA, Álvarez ME. Semiología Médica: Fisiopatología, Semiotecnia y Propedéutica. 3.ª ed. Médica Panamericana; 2021.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Títulos abreviados por espacio; citas completas en el PDF adjunto.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