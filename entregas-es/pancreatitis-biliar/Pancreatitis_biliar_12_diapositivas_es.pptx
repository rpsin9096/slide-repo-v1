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reduce el riesgo de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como base; tramadol IV 50–100 mg c/8 h de rescate.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PONCHO, 6 meses: reingreso o muerte por litiasis, 17 % con cirugía diferida frente a 5 % en el mismo ingreso.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Leppäniemi A, Tolonen M, Tarasconi A, et al. 2019 WSES guidelines for the management of severe acute pancreatitis. World J Emerg Surg. 2019;14:27.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vesicular: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17320"/>
          <a:ext cx="109727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754880"/>
                <a:gridCol w="3657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eco intermedio;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cálculo proyecta sombra; el pólipo es fijo y no proyecta sombra.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de 6–8 h; documentar planos longitudinal y transversal, posición y sombra acústica.</a:t>
            </a:r>
          </a:p>
        </p:txBody>
      </p:sp>
      <p:pic>
        <p:nvPicPr>
          <p:cNvPr id="12" name="Esquema didáctico de ecografía vesicular" descr="Esquema didáctico de ecografía vesicular: bilis normal anecoica, cálculo hiperecogénico con sombra acústica posterior, barro biliar con nivel y ecos bajos, y pólipo fijo sin sombra. Ilustración, no imagen clínic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83280"/>
            <a:ext cx="1097280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Colocalización acinar y activación del tripsinógeno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acino_coloc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Catepsina B activa el tripsinógeno dentro de vacuolas ácidas del acino.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activación ocurre en organelas ácidas, no en gránulos de cimógeno (revisión WJG, 2024).  •  Crédito: Esquema ilustrativo de código propio; no es imagen clínica.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FARMACOLOGÍA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Ringer lactato frente a solución fisiológica 0,9 %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ringer_vs_sa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exceso de cloruro es una hipótesis de acidosis; el lactato se metaboliza a bicarbonato.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Ringer lactato: pH cercano a 6,5, levemente ácido. Dosis según la diapositiva 10.  •  Crédito: Esquema ilustrativo de código propio; composiciones de referencia.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ANATOMÍA 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Pancreatitis edematosa frente a necrohemorrágica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histologia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Edematosa: acinos viables y esteatonecrosis. Necrohemorrágica: destrucción y hemorragia.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Comparación de arquitectura para la sabatina; la lámina real del caso sigue pendiente.  •  Crédito: Esquema ilustrativo de código propio; no es la lámina del Caso Clínico 09.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FISIOLOGÍA DEL DOLOR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Vía del dolor pancreático y su proyección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via_d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dolor pancreático viaja por aferencias T5–T9 y se proyecta al epigastrio y a la espalda.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irradiación posterior sigue el mismo territorio metamérico que las aferencias pancreáticas (T5–T9).  •  Crédito: Esquema ilustrativo de código propio; vía simplificada, no imagen clínica.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