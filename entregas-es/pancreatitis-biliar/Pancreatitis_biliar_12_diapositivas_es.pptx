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Pancreatitis Aguda Edematosa Intersticial de Origen Biliar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Abdomen Agudo Inflamatorio · Actividad Integradora · 5.º Semestre · Sección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ORGANIZACIÓN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Nómina oficial del grupo y distribución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2414016"/>
                <a:gridCol w="5705856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ROL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DIAPOSITIVAS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CONTENIDO A CARGO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1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3–4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Apertura, anamnesis y diagnóstico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Mecanismos fisiopatológicos y clínica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3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7–9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Correlación macroscópica, histopatológica e imagenológica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4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10–12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Abordaje terapéutico, prevención y síntesis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Relatoría principal: 10 minutos. Bancada de sustentación (sabatina): 5 minutos.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Sabatina: alumnos 05 a 10 en los frentes de Farmacología, Semiología, Fisiopatología, Imagenología, Medicina Familiar y Patología.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Presentación del caso: historia clínica inmutable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Paciente femenina de 38 años con enfermedad vesicular de larga evolución y cólicos biliares a repetición. Ingresa con dolor abdominal súbito, constante y de intensidad severa en epigastrio y mesogastrio.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Hipersensibilidad marcada a la palpación en hemiabdomen superior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Ruidos hidroaéreos marcadamente disminuidos: íleo paralítico reflejo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enfermedad vesicular previa, el dolor epigástrico súbito y severo y el íleo reflejo orientan de inmediato a pancreatitis aguda de origen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aguda de origen biliar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El antecedente litiásico, el dolor típico y la lipasa elevada cierran la etiología biliar de forma categórica.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ORIENTACIÓN DIAGNÓSTICA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Atlanta: 3 de 3 cumplidos (se requieren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Dolor abdominal agudo típico en hemiabdomen superior, con irradiación posterior.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Laboratorio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Elevación patológica marcada de lipasa sérica: más de 3 veces el límite superior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TC simple o contrastada con tumefacción glandular e hipodensidad líquida peripancreática.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Dx definitivo: pancreatitis edematosa intersticial litiásica. Diferenciales: úlcera perforada (descartada), colecistitis, obstrucción.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ETIOPATOGENIA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Mecanismo oclusivo biliar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Microcálculos migran desde la vesícula, pasan por el colédoco y se impactan en la ampolla de Vater, bloqueando el flujo pancreático.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obstrucción transitoria eleva la presión ductal y el jugo pancreático queda estancado.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Canal común (Opie)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Impactación litiásica transitoria en la ampolla de Vater y el esfínter de Oddi.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Hipertensión ductal retrógrada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Obstrucción del conducto de Wirsung: estasis de secreción rica en zimógenos e hiperpresión intraductal.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0104" y="2619340"/>
            <a:ext cx="3913632" cy="21679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squema_obstruccion_amp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655916"/>
            <a:ext cx="3840480" cy="20948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Ilustración de apoyo: el diagnóstico se apoya en la clínica y en la bioquímica.  •  Crédito: Esquema ilustrativo generado por IA; revisión anatómica del equipo según la fuente.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Cascada intracelular e inflamación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Pérdida de compartimentación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Colocalización anómala de gránulos de zimógeno y enzimas lisosomales en el acino.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Activación por catepsina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catepsina B hidroliza el tripsinógeno en tripsina activa intracelular, antes de tiempo.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Autodigestión tisular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Fosfolipasa A2 lisa membranas; elastasa degrada fibras elásticas; lipasa digiere triglicéridos retroperitoneales.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Respuesta inflamatoria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TNF-α, IL-1, IL-6 e histamina aumentan la permeabilidad capilar, secuestran volumen en el tercer espacio y predisponen a choque distributivo.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MACROSCOPÍA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Correlación macroscópica: pieza quirúrgica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Macroscopía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Aumento de volumen con edema pálido y placas en "gotas de vela" en la grasa peripancreática.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Flecha 1: aumento de volumen y edema pálido. Flecha 2: placas en grasa. Sin necrosis masiva.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 histopatológico (H&amp;E): saponificación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Microscopía H&amp;E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fantasma con material basófilo y neutrófilos en septos: saponificación aguda.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Adipocitos anucleados con material basófilo amorfo; congestión e infiltrado neutrofílico.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Evaluación por imagen y criterios anatómicos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600"/>
                <a:gridCol w="4876799"/>
                <a:gridCol w="345439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MÉTODO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LECTURA CLÍNICA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Radiografía simple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gas libre subdiafragmático; edema retroperitoneal y asa centinela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Descarta perforación gastroduodenal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TC contrastada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Indicada a las 72–96 h; atenuación homogénea y colecciones líquidas agudas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Balthazar C/D, sin necrosis parenquimatosa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Ecografía abdominal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Imágenes hiperecogénicas móviles con sombra acústica posterior limpia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Identifica la litiasis vesicular como etiología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TC a las 72–96 h evita subestimar la necrosis; en este caso la forma es edematosa.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terapéutico y conducta hospitalaria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Reanimación volémica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Ringer lactato 250–500 mL/h inicial, dirigido por metas (PAM, hematocrito, diuresis &gt; 0,5 mL/kg/h). Menor acidosis hiperclorémica que con SF 0,9 %.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Descompresión gástrica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Sonda nasogástrica ante gastroparesia refractaria, distensión masiva o íleo paralítico.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Manejo del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magnésica IV 1–2 g c/6–8 h como base; tramadol IV 50–100 mg c/8 h de rescate. Evitar morfina: induce espasmo del esfínter de Oddi.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Antibioticoterapia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Profilaxis antimicrobiana de rutina prohibida en formas edematosas intersticiales.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Colecistectomía y seguimiento en atención primaria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Misma internación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Colecistectomía laparoscópica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Tras remitir la clínica aguda (PONCHO). Previene la recidiva biliar: 30 % a 90 días sin cirugía.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Vigilancia posalta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Control de posible formación de pseudoquistes pancreáticos.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Prevención primaria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Ecografía ante litiasis sintomática; control de obesidad, dislipidemia y dietas hipercalóricas.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atención primaria de la salud.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Referencias bibliográficas (Vancouver)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Classification of acute pancreatitis—2012: revision of the Atlanta classification and definitions. Gut. 2013;62(1):102-111.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American College of Gastroenterology Guideline: Management of Acute Pancreatitis. Am J Gastroenterol. 2024;119(3):419-437.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Same-admission versus delayed cholecystectomy for mild gallstone pancreatitis (PONCHO). Lancet. 2015;386(10000):1261-1268.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y Cotran: Patología Estructural y Funcional. 10.ª ed. Elsevier; 2021.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Brunton LL, Hilal-Dandan R, Knollmann BC. Goodman &amp; Gilman: Las Bases Farmacológicas de la Terapéutica. 13.ª ed. McGraw-Hill; 2019.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Argente HA, Álvarez ME. Semiología Médica: Fisiopatología, Semiotecnia y Propedéutica. 3.ª ed. Médica Panamericana; 2021.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Títulos abreviados por espacio; citas completas en el PDF adjunto.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Ecografía vesicular: cálculo, barro y pólipo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17320"/>
          <a:ext cx="109727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19"/>
                <a:gridCol w="4754880"/>
                <a:gridCol w="365760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Luz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bajos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limpia.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cálculo proyecta sombra; el pólipo es fijo y no proyecta sombra.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Ayuno de 6–8 h; documentar planos longitudinal y transversal, posición y sombra acústica.</a:t>
            </a:r>
          </a:p>
        </p:txBody>
      </p:sp>
      <p:pic>
        <p:nvPicPr>
          <p:cNvPr id="12" name="Esquema didáctico de ecografía vesicular" descr="Esquema didáctico de ecografía vesicular: bilis normal anecoica, cálculo hiperecogénico con sombra acústica posterior, barro biliar con nivel y ecos bajos, y pólipo fijo sin sombra. Ilustración, no imagen clínic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383280"/>
            <a:ext cx="10972800" cy="18745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