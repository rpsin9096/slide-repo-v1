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CÁTEDRA: MEDICINA FAMILIAR · 3.ER AÑO · 5.º SEMESTRE · UNIDAD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Trabajo 3: Casos clínicos de intervención en crisis familiar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Interpretación de los niveles de intervención · Caso 4: Sr. Prado · Dolor torácico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UNIVERSIDAD CENTRAL DEL PARAGUAY (UCP)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15000"/>
            <a:ext cx="9448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 i="1">
                <a:solidFill>
                  <a:srgbClr val="FFFFFF"/>
                </a:solidFill>
                <a:latin typeface="Montserrat"/>
              </a:rPr>
              <a:t>Docente: Dra. Rossana Gauto · Nombre: ________ · Fecha: ___/___/____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COMPETENCIAS DE LA CÁTEDRA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Objetivos de aprendizaje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49323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9323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CONCEPTUAL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49323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49323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Explicar el Nivel 4 como evaluación funcional e intervención planificada; distinguir la hipótesis sistémica del diagnóstico orgánico confirmado.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1468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1468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PROCEDIMENTAL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601468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601468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Formular hipótesis, convocar a la familia, observar pautas de interacción y acordar cambios verificables con seguimiento a 15 días.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53611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ACTITUDINAL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753611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753611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Escuchar sin culpabilizar, rechazar coaliciones y no tomar partido; mantener una posición clínica neutral ante los reproches.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05756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05756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EVIDENCIAS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905756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905756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Presentar el mapa de tensiones, cuatro acuerdos verificables, indicadores de seguimiento y criterios de derivación al Nivel 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Trabajo 3 · Caso 4 · Niveles de intervención en crisis familiar.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 · PREGUNTA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Sr. Prado, 42 años: síntoma y contexto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MOTIVO DE CONSULTA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Consulta repetidamente por dolor torácico recurrente pese a seguir el tratamiento médico.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PRUEBAS BASALES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Los estudios clínicos y complementarios disponibles se mantienen dentro de parámetros normales.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CAMBIOS EN 6 MESES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esposa trabaja fuera limpiando; el hijo de 17 años trabaja tras el colegio; la hija de 21 anunció embarazo y matrimonio.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VIVENCIA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Se siente solo, desatendido e irritable; interpreta el empleo de su esposa como falta de atención a su salud y al hogar.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SÍNTOMA FUNCIONAL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El dolor puede ser una expresión psicosomática: malestar psicológico asociado a síntomas físicos; hipótesis a explorar, no explicación única.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Las pruebas basales normales no eliminan el dolor ni cierran la valoración clínica.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PREGUNTA 2 · VISIÓN BIOPSICOSOCIAL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Tensiones y crisis en el ciclo vital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313042" y="3138189"/>
            <a:ext cx="2173968" cy="36223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03909" y="4415170"/>
            <a:ext cx="1087617" cy="76768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999254" y="4415170"/>
            <a:ext cx="1087616" cy="76768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2703770" y="3138189"/>
            <a:ext cx="2173968" cy="36223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Sistema familiar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Economía y trabajo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La esposa limpia fuera para aumentar ingresos; disminuye el tiempo compartido.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4010" y="265812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1170" y="2731281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Rol del adolescente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El hijo de 17 trabaja tras el colegio y pone en riesgo sus estudios.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8526" y="470279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85686" y="477594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Ciclo vital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Embarazo y boda de la hija de 21 años descolocan a los padres.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56254" y="470279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93414" y="477594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Vínculo conyugal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El trabajo se interpreta como desatención; surgen reproches y aislamiento.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60770" y="265812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7930" y="2731281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Trastorno psicosomático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Dolor físico asociado a factores psicológicos; valorar el contexto familiar.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Crisis normativa del ciclo vital: embarazo y matrimonio; estresores no normativos: presión económica y trabajo adolescente.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LECTURA SISTÉMICA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Los cambios familiares se influyen entre sí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5435" y="1380744"/>
            <a:ext cx="7790649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so4_red_famili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011" y="1417320"/>
            <a:ext cx="7717497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trabajo, la escolaridad y las transiciones vitales convergen en la vivencia de soledad del paciente.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Ilustración generada con 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PREGUNTA 2 · NIVELES DE INTERVENCIÓN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Por qué este caso requiere Nivel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428"/>
                <a:gridCol w="3265714"/>
                <a:gridCol w="5747657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NIVEL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FOCO CLÍNICO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INTERVENCIÓN DEL MÉDICO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1–2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Evaluación biomédica y consejería preventiva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Evaluar el síntoma y orientar la prevención.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Contención emocional inmediata ante una crisis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Acompañar y contener la crisis actual.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Hipótesis de trastorno psicosomático; pautas de interacción, no contenido.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Entrevista planificada; rechazar coaliciones y no tomar partido.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Terapia familiar especializada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Derivar ante persistencia, rigidez o patología grave.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Nivel 4 pasa de la contención a cambiar pautas de interacción, sin asignar culpables ni tomar partido.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Trastorno psicosomático: síntoma físico asociado a factores psicológicos; hipótesis clínica por explorar.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NIVEL 4 · ENTREVISTA PLANIFICADA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Entrevista conjunta, posición neutral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5435" y="1380744"/>
            <a:ext cx="7790649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evista_familiar_planific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011" y="1417320"/>
            <a:ext cx="7717497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clínico observa las pautas de interacción y escucha a la familia sin validar ataques ni tomar partido.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Ilustración generada con 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NIVEL 4 · ENTREVISTA PLANIFICADA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Observar pautas y neutralizar coaliciones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Priorizar las pautas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Intervenir en las pautas de interacción, no sobre las causas atribuidas ni el contenido de las quejas.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Escuchar a la familia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Convocar a todos y observar turnos, alianzas y reproches en el contexto de los cambios.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Rechazar coaliciones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hija culpa a la madre por no cuidar al padre; el hijo la defiende y acusa a la hermana por el gasto.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Deshacer la triangulación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No tomar partido: sacar a los hijos del conflicto conyugal y pactar apoyo, responsabilidades y seguimiento.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En el Nivel 4, el médico interviene en las pautas de interacción y no sobre las causas atribuidas o el contenido de las quejas. Rechaza coaliciones, no toma partido y deshace la triangulación de los hijos en el conflicto conyugal.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El objetivo es modificar el patrón relacional sin decidir quién tiene razón.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PREGUNTA 3 · ACUERDOS A CORTO PLAZO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Acuerdos funcionales, no culpables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Registrar 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Anotar frecuencia, intensidad y estrés del día; revisar el patrón en consulta, no cada episodio de forma aislada.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Proteger la escuela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Priorizar la asistencia; limitar el trabajo del hijo a fines de semana o, como máximo, 2 horas diarias.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Cuidar la pareja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Fijar un diálogo diario sin reproches y redistribuir tareas según la capacidad del padre.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Neutralizar coaliciones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hija culpa a la madre; el hijo se alía con ella y reprocha los gastos del embarazo. El médico no toma partido y pacta apoyo mutuo.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El registro del dolor no sustituye la reevaluación clínica si cambia el cuadro.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PREGUNTA 4 · SEGUIMIENTO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Revisar acuerdos con indicadores concretos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4023360" cy="45262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4023360" cy="5486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5200" b="1" i="0">
                <a:solidFill>
                  <a:srgbClr val="FFFFFF"/>
                </a:solidFill>
                <a:latin typeface="Montserrat"/>
              </a:rPr>
              <a:t>15 días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7400" y="3657600"/>
            <a:ext cx="1097280" cy="2286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3566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0" i="0">
                <a:solidFill>
                  <a:srgbClr val="FFFFFF"/>
                </a:solidFill>
                <a:latin typeface="Montserrat"/>
              </a:rPr>
              <a:t>entre consultas de seguimiento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141732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92040" y="141732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52704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Dolor torácico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Medir intensidad y frecuencia para comprobar si disminuyen.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298704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92040" y="298704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09676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Asistencia escolar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Verificar la asistencia completa del hijo de 17 años.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455676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40" y="455676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466648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Acuerdos de pareja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Revisar el diálogo cotidiano y la redistribución de tareas.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revisión quincenal valora síntomas, escolaridad y convivencia; ajustar según la evolución clínica.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ESCALAMIENTO · NIVEL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derivación especializada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Síntoma persistente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 dolor persiste o empeora pese a los acuerdos y al seguimiento planificado.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Dinámica familiar rígida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Fracasan repetidamente los acuerdos y continúan la culpabilización o las alianzas destructivas entre padres e hijos.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Patología grave o riesgo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Depresión mayor, ideación suicida o violencia intrafamiliar requieren derivación inmediata a terapia familiar y salud mental.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ideación suicida o la violencia intrafamiliar no se aplazan a la revisión quincenal.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CIERRE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Del síntoma al funcionamiento familiar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MEDICINA FAMILIAR Y COMUNITARIA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En el Nivel 4, el dolor torácico conserva su importancia clínica y, a la vez, se examina en relación con los cambios y las interacciones familiares.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1097280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106070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entrevista planificada transforma una hipótesis sistémica en acuerdos observables; el seguimiento indica si funcionan o si hace falta terapia familiar especializada.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No buscar culpables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Frenar reproches y explorar cómo cada miembro interpreta los cambios.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9016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1896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Proteger funciones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Cuidar salud, escolaridad, vínculo de pareja y apoyo a la gestación.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3672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3672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6551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Medir y escalar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Revisar dolor, asistencia y convivencia; derivar ante persistencia, rigidez o riesgo.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hipótesis psicosomática se revisa junto con la evolución clínica.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