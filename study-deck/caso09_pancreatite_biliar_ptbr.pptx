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Caso clínico 09: pancreatite aguda biliar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Abdome agudo inflamatório · apresentação integrada do 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UNIVERSIDAD CENTRAL DEL PARAGUAY (UCP) · CURSO DE MEDICINA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 i="1">
                <a:solidFill>
                  <a:srgbClr val="FFFFFF"/>
                </a:solidFill>
                <a:latin typeface="Montserrat"/>
              </a:rPr>
              <a:t>Equipe de 10 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ORGANIZAÇÃO DO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Uma defesa, dez frentes de preparo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RELATORIA · 4 INTEGRANTES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A exposição em 10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01 · Abertura: história clínica e hipóteses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02 · Mecanismo: obstrução biliar e tripsina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03 · Morfologia e imagem: macro, H&amp;E e TC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04 · Manejo: fase aguda, prevenção e referências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SUSTENTAÇÃO · 6 INTEGRANTES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A banca encontra seis respostas-chave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05–06 · fármacos, dor, íleo e sinais semiológicos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07–08 · zimógenos, citocinas, TC e ultrassom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09–10 · APS, prevenção e lesões histopatológicas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Os rótulos 01–10 seguem o plano de trabalho; substituir pelos nomes e matrículas oficiais antes do upload.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QUADRO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 história orienta o primeiro diagnóstico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19659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VINHETA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834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</a:rPr>
              <a:t>Mulher, 38 anos, com litíase vesicular sintomática recorrente, evolui com dor abdominal súbita e intensa no abdome superior.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3492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9834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ACHADOS CLÍNICOS &amp; EXAMES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Hipersensibilidade marcada no hemiabdome superior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Ruídos hidroaéreos intensamente diminuídos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Evolução rápida do quadro doloroso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RAZIOCÍNIO DIAGNÓSTICO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Dor alta, íleo reflexo e antecedente biliar colocam pancreatite aguda litiásica no centro da hipótese — sem transformar um achado isolado em diagnóstico.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Montserrat"/>
              </a:rPr>
              <a:t>DIAGNÓSTICO DEFINITIVO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Pancreatite biliar intersticial edematosa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PÉROLA CLÍNICA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FFFFFF"/>
                </a:solidFill>
                <a:latin typeface="Montserrat"/>
              </a:rPr>
              <a:t>Cullen e Grey-Turner ausentes: a forma intersticial leve não sugere hemorragia retroperitoneal extensa.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Caso clínico 09 · dados clínicos imutáveis do material de origem.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AVALIAÇÃO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Quatro dados fecham a orientação diagnóstica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9323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9323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RADIOGRAFIA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49323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49323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Sem pneumoperitônio; edema reflexo e distensão de alças contíguas.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1468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1468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TOMOGRAFIA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601468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601468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Hipodensidade pancreática difusa e coleções líquidas peripancreáticas.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3611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BIOQUÍMICA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53611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753611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Lipase sérica acima de três vezes o limite superior da normalidade.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05756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5756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SÍNTESE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905756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905756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Principal: pancreatite biliar. Diferenciais: úlcera perfurada, colecistite, isquemia mesentérica e obstrução alta.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 combinação de quadro típico, lipase elevada e imagem compatível sustenta a hipótese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MECANISMO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O cálculo migra; o pâncreas responde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49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DECLARAÇÃO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A obstrução transitória na ampola de Vater aumenta a pressão ductal e aproxima os zimógenos do gatilho da autodigestão.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694944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65836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Microcálculos chegam ao colédoco e podem impactar a ampola de Vater, retendo o suco pancreático rico em zimógenos.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337413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337413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3008376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Canal comum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 teoria de Opie conecta o cálculo biliar à obstrução transitória do fluxo pancreático.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4" y="3794760"/>
            <a:ext cx="337413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664" y="3794760"/>
            <a:ext cx="337413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3959352"/>
            <a:ext cx="3008376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Imagem de 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 anatomia abaixo visualiza o ponto de impacto; o diagnóstico continua dependente do quadro clínico e da bioquímica.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0104" y="2619340"/>
            <a:ext cx="3913632" cy="21679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i_obstrucao_bil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655916"/>
            <a:ext cx="3840480" cy="20948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Fonte / Crédito: Apoio visual gerado por IA; revisão anatômica pela equipe.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CASCATA INFLAMATÓRIA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Da célula acinar ao terceiro espaço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Colocalização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Grânulos de zimógeno se fundem a vesículas lisossomais na célula acinar.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Tripsina ativa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A catepsina B converte tripsinogênio em tripsina antes do momento correto.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Autodigestão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Elastase lesa vasos; fosfolipase A2 rompe membranas; lipase promove esteatonecrose.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SIRS e edema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TNF-alfa, IL-1, IL-6 e histamina elevam a permeabilidade e sequestram volume.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A sobrecarga sustentada de cálcio citosólico reduz ATP, favorece a necrose acinar e mantém a ativação patológica de tripsina.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 lesão local pode se tornar sistêmica quando a permeabilidade capilar e o terceiro espaço superam a reserva circulatória.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MORFOLOGIA MACROSCÓPICA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 peça traduz a forma edematosa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macroscopia oficial do Caso 09 · inserir imagem do PPTX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Tumefação glandular e focos de saponificação mostram a ação enzimática sobre a gordura peripancreática.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Fonte / Crédito: Fonte reservada: fotografia macroscópica oficial do Caso 09, PPTX original.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MICROSCOPIA · H&amp;E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 lâmina confirma a inflamação intersticial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microfotografia H&amp;E oficial do Caso 09 · inserir imagem do PPTX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Adipócitos anucleados, sabões de cálcio, neutrófilos e edema interacinar conectam a lâmina à fisiopatologia.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Fonte / Crédito: Fonte reservada: microfotografia H&amp;E oficial do Caso 09, PPTX original.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CORRELAÇÃO POR IMAGEM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 imagem qualifica a inflamação e a causa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5"/>
                <a:gridCol w="4232365"/>
                <a:gridCol w="3605348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MÉTODO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ACHADO-CHAVE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LEITURA CLÍNICA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Radiografia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Sem ar livre; edema reflexo e alça sentinela.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Reduz a probabilidade de perfuração.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TC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Pâncreas aumentado, bordas imprecisas e líquido peripancreático.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Balthazar C/D, sem necrose: processo leve a moderado.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Ultrassom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Cálculos e sinais de litíase vesicular.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Sustenta a etiologia biliar e orienta prevenção.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CONCLUSÃO EDITORIAL:  A TC entre 72 e 96 horas é mais útil para mapear necrose; a gravidade clínica deve ser reavaliada continuamente.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FASE AGUDA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Manejo inicial: metas antes de excessos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683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854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Hidratar com meta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Ringer Lactato IV, inicialmente 250–500 mL/h; acompanhar hematócrito e diurese acima de 0,5 mL/kg/h.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58135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306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24988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Descomprimir se necessário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Sonda nasogástrica em vômitos incoercíveis, íleo paralítico ou gastroparesia.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5158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59505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Tratar a 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Dipirona ou AINE em fase inicial; tramadol como resgate conforme resposta e segurança.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5038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209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9402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Não prescrever profilaxia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Antibiótico não é rotina na forma edematosa nem na necrose estéril; investigar colangite ou infecção.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38490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6661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28539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Realimentar cedo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Após melhora da dor e do trânsito, iniciar tolerância oral com dieta hipograxa.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 conduta é guiada por resposta clínica; evitar jejum prolongado e intervenções sem indicação.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DEPOIS DA 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Prevenir a recidiva é parte do tratamento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10378440" cy="3200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184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5268" y="3534156"/>
            <a:ext cx="237744" cy="237744"/>
          </a:xfrm>
          <a:prstGeom prst="ellipse">
            <a:avLst/>
          </a:prstGeom>
          <a:noFill/>
          <a:ln w="1905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499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55420" y="1874519"/>
            <a:ext cx="23774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55420" y="1874519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2579" y="2011679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Fase aguda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Estabilizar e reavaliar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Dor, perfusão, diurese, hematócrito e sinais de complicação orientam a evolução.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32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4476" y="3758184"/>
            <a:ext cx="18288" cy="128015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14900" y="3886200"/>
            <a:ext cx="23774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4900" y="3886200"/>
            <a:ext cx="2377440" cy="4572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2060" y="40233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Mesmo internamento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Resolver a causa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Colecistectomia laparoscópica precoce, após a resolução do processo inflamatório, reduz recorrência.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0803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395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4379" y="1874519"/>
            <a:ext cx="23774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4379" y="1874519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1539" y="2011679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APS e seguimento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Vigiar e educar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Controlar peso e dieta; conferir cirurgia e investigar dor recorrente ou pseudoquisto.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 APS também identifica cólica biliar e litíase sintomática antes de um novo episódio grave.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BASE BIBLIOGRÁFICA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Referências essenciais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SEMINÁRIO INTEGRADOR · S5 · TURMA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170432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17043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REFERÊNCIAS ·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1. Brunicardi FC et al. Schwartz: Princípios de Cirurgia. 11. ed. McGraw-Hill; 2020.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2. Kumar V, Abbas AK, Aster JC. Robbins e Cotran: Patologia — Bases Patológicas das Doenças. 10. ed. Elsevier;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3. Brunton LL, Hilal-Dandan R, Knollmann BC. Goodman e Gilman: As Bases Farmacológicas da Terapêutica. 13. ed. McGraw-Hill; 2019.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4. Argente HA, Álvarez ME. Semiologia Médica: Fisiopatologia, Semiotecnia e Propedêutica. 3. ed. Médica Panamericana;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5. Tenner S et al. American College of Gastroenterology Guideline: Management of Acute Pancreatitis. Am J Gastroenterol. 2024;119(3):419–437.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Versão de trabalho para apresentação integrada · revisar a paginação conforme a edição consultada.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