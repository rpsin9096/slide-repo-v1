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Caso clínico 09: pancreatitis aguda biliar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Abdomen agudo inflamatorio · presentación integrada del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 i="1">
                <a:solidFill>
                  <a:srgbClr val="FFFFFF"/>
                </a:solidFill>
                <a:latin typeface="Montserrat"/>
              </a:rPr>
              <a:t>Equipo de 10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ORGANIZACIÓN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Una defensa, diez frentes de preparación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RELATORÍA · 4 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La exposición en 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01 · Apertura: historia clínica e hipótesis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02 · Mecanismo: obstrucción biliar y tripsina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03 · Morfología e imagen: macro, H&amp;E y TC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04 · Manejo: fase aguda, prevención y referencias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SUSTENTACIÓN · 6 INTEGRANTES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La banca encuentra seis respuestas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05–06 · fármacos, dolor, íleo y signos semiológicos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07–08 · zimógenos, citocinas, TC y ultrasonido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09–10 · APS, prevención y lesiones histopatológicas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Los rótulos 01–10 siguen el plan de trabajo; sustituir por los nombres y matrículas oficiales antes de la carga.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CUADRO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historia orienta el primer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VIÑETA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Mujer de 38 años, con litiasis vesicular sintomática recurrente, evoluciona con dolor abdominal súbito e intenso en el abdomen superior.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HALLAZGOS CLÍNICOS &amp; PRUEBAS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Hipersensibilidad marcada en el hemiabdomen superior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Ruidos hidroaéreos intensamente disminuidos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Evolución rápida del cuadro doloroso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JUICIO DIAGNÓSTICO &amp; RAZONAMIENTO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 dolor alto, el íleo reflejo y el antecedente biliar colocan a la pancreatitis aguda litiásica en el centro de la hipótesis, sin convertir un hallazgo aislado en diagnóstico.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Pancreatitis biliar intersticial edematosa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PERLA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Cullen y Grey-Turner ausentes: la forma intersticial leve no sugiere hemorragia retroperitoneal extensa.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Caso clínico 09 · datos clínicos inmutables del material de origen.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EVALUACIÓN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Cuatro datos cierran la orientación diagnóstica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9323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9323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RADIOGRAFÍA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49323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49323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Sin neumoperitoneo; edema reflejo y distensión de asas contiguas.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1468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146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TOMOGRAFÍA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01468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601468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Hipodensidad pancreática difusa y colecciones líquidas peripancreáticas.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3611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BIOQUÍMICA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53611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753611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Lipasa sérica por encima de tres veces el límite superior de la normalidad.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05756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5756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SÍNTESIS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905756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905756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Principal: pancreatitis biliar. Diferenciales: úlcera perforada, colecistitis, isquemia mesentérica y obstrucción alta.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combinación de cuadro típico, lipasa elevada e imagen compatible sustenta la hipótesis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MECANISMO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El cálculo migra; el páncreas responde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49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La obstrucción transitoria en la ampolla de Vater aumenta la presión ductal y acerca los zimógenos al desencadenante de la autodigestión.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694944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65836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Los microcálculos dejan la vesícula, recorren el colédoco y pueden impactarse en la ampolla; el jugo pancreático queda estancado.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Canal común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 teoría de Opie conecta el cálculo biliar con la obstrucción transitoria del flujo pancreático.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4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Imagen de apoyo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 anatomía visualiza el punto de impacto; el diagnóstico sigue dependiendo del cuadro clínico y la bioquímica.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0104" y="2619340"/>
            <a:ext cx="3913632" cy="21679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i_obstrucao_bil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55916"/>
            <a:ext cx="3840480" cy="20948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Apoyo visual generado por IA; revisión anatómica del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CASCADA INFLAMATORIA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 la célula acinar al tercer espacio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Colocalización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Los gránulos de zimógeno se fusionan con vesículas lisosomales en la célula acinar.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Tripsina activa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La catepsina B convierte el tripsinógeno en tripsina antes del momento adecuado.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Autodigestión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 elastasa lesiona vasos; la fosfolipasa A2 rompe membranas; la lipasa causa esteatonecrosis.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SIRS y edema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TNF-alfa, IL-1, IL-6 e histamina elevan la permeabilidad y secuestran volumen.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sobrecarga sostenida de calcio citosólico reduce el ATP, favorece la necrosis acinar y mantiene la activación patológica de tripsina.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lesión local puede hacerse sistémica cuando la permeabilidad capilar y el tercer espacio superan la reserva circulatoria.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MORFOLOGÍA MACROSCÓPICA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pieza traduce la forma edematosa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macroscopia oficial del Caso 09 · insertar imagen del PPTX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tumefacción y la saponificación peripancreática muestran la acción enzimática sobre la grasa.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Fuente reservada: fotografía macroscópica oficial del Caso 09, PPTX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MICROSCOPÍA · H&amp;E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lámina confirma la inflamación intersticial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microfotografía H&amp;E oficial del Caso 09 · insertar imagen del PPTX 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H&amp;E muestra esteatonecrosis, calcio, neutrófilos y edema interacinar.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Fuente reservada: microfotografía H&amp;E oficial del Caso 09, PPTX original.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CORRELACIÓN POR IMAGEN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imagen califica la inflamación y la causa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5"/>
                <a:gridCol w="4232365"/>
                <a:gridCol w="3605348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MÉTODO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 CLAVE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LECTURA CLÍNICA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Radiografía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Sin aire libre; edema reflejo y asa centinela.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Reduce la probabilidad de perforación.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TC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Páncreas aumentado, bordes imprecisos y líquido peripancreático.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Balthazar C/D, sin necrosis: proceso leve a moderado.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Ultrasonido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Cálculos y signos de litiasis vesicular.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Sustenta la etiología biliar y orienta la prevención.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TC entre las 72 y 96 horas es más útil para mapear la necrosis; la gravedad clínica debe reevaluarse continuamente.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FASE AGUDA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Manejo inicial: metas antes que excesos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683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854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Hidratar con objetivos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Ringer Lactato IV, inicialmente 250–500 mL/h; controlar hematocrito y diuresis superior a 0,5 mL/kg/h.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58135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306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24988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Descomprimir si es necesario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Sonda nasogástrica ante vómitos incoercibles, íleo paralítico o gastroparesia.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59505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Tratar el dolor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Dipirona o AINE en la fase inicial; tramadol como rescate según respuesta y seguridad.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5038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209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402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No indicar profilaxis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 antibiótico no es rutinario en la forma edematosa ni en la necrosis estéril; investigar colangitis o infección.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38490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6661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28539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Realimentar pronto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Tras la mejoría del dolor y del tránsito, iniciar tolerancia oral con dieta hipograsa.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conducta se guía por la respuesta clínica; evitar el ayuno prolongado y las intervenciones sin indicación.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DESPUÉS DEL 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Prevenir la recurrencia es parte del tratamiento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10378440" cy="3200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184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5268" y="3534156"/>
            <a:ext cx="237744" cy="237744"/>
          </a:xfrm>
          <a:prstGeom prst="ellipse">
            <a:avLst/>
          </a:prstGeom>
          <a:noFill/>
          <a:ln w="1905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499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5420" y="1874519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5420" y="1874519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2579" y="2011679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Fase aguda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Estabilizar y reevaluar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Dolor, perfusión, diuresis, hematocrito y signos de complicación orientan la evolución.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32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3758184"/>
            <a:ext cx="18288" cy="128015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14900" y="3886200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4900" y="3886200"/>
            <a:ext cx="2377440" cy="4572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2060" y="40233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Misma internación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Resolver la causa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Colecistectomía laparoscópica precoz, tras resolver la inflamación, reduce la recurrencia.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0803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395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4379" y="1874519"/>
            <a:ext cx="23774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4379" y="1874519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1539" y="2011679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APS y seguimiento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Vigilar y educar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2B2C4A"/>
                </a:solidFill>
                <a:latin typeface="Montserrat"/>
              </a:rPr>
              <a:t>Controlar peso y dieta; confirmar la cirugía e investigar dolor recurrente o pseudoquiste.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APS también identifica cólico biliar y litiasis sintomática antes de un nuevo episodio grave.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BASE BIBLIOGRÁFICA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Referencias esenciales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INTEGRADOR · S5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REFERENCIAS ·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1. Brunicardi FC, et al. Schwartz: Principios de Cirugía. 11.ª ed. McGraw-Hill;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2. Kumar V, Abbas AK, Aster JC. Robbins y Cotran: Patología Estructural y Funcional. 10.ª ed. Elsevier;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3. Brunton LL, Hilal-Dandan R, Knollmann BC. Goodman y Gilman: Las Bases Farmacológicas de la Terapéutica. 13.ª ed. McGraw-Hill; 2019.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4. Argente HA, Álvarez ME. Semiología Médica: Fisiopatología, Semiotecnia y Propedéutica. 3.ª ed. Médica Panamericana;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5. Tenner S, et al. American College of Gastroenterology Guideline: Management of Acute Pancreatitis. Am J Gastroenterol. 2024;119(3):419–437.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Versión de trabajo para la presentación integrada · verificar la paginación según la edición consultada.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